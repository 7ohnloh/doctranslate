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ask everyone to share one fun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them that nobody expects them to know everything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</a:rPr>
              <a:t>Welcome to the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starter onboarding · Week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</a:rPr>
              <a:t>Your first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up your laptop and accounts on day one</a:t>
            </a:r>
          </a:p>
          <a:p>
            <a:r>
              <a:t>Meet your buddy for a coffee chat</a:t>
            </a:r>
          </a:p>
          <a:p>
            <a:r>
              <a:t>Shadow a customer call</a:t>
            </a:r>
          </a:p>
          <a:p>
            <a:r>
              <a:t>Share your 30-day goals with your manager on Friday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</a:rPr>
              <a:t>Who to ask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71500"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Contact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Laptop or account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helpdesk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Leave and 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People team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Anything 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Your buddy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Message us anytime on the team channel.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