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10"/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introduce yourself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goals for this year</a:t>
            </a:r>
          </a:p>
          <a:p>
            <a:r>
              <a:t>How we work together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Customer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914400" y="3657600"/>
            <a:ext cx="3657600" cy="914400"/>
            <a:chOff x="914400" y="3657600"/>
            <a:chExt cx="3657600" cy="914400"/>
          </a:xfrm>
        </p:grpSpPr>
        <p:sp>
          <p:nvSpPr>
            <p:cNvPr id="5" name="TextBox 4"/>
            <p:cNvSpPr txBox="1"/>
            <p:nvPr/>
          </p:nvSpPr>
          <p:spPr>
            <a:xfrm>
              <a:off x="914400" y="36576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400" b="1"/>
                <a:t>Grouped note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